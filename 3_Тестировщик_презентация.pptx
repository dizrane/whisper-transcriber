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WHISPER TRANSCRIBER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транскрибации системного аудио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• Офлайн • GPU-ускорение • PyQt5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</a:rPr>
              <a:t>Проект по разработке приложения  |  Python + Whisper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актуальность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47472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десктопное приложение для автоматической транскрибации системного аудио в текст.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происходит полностью локально — без интернета и без передачи данных третьим сторонам.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4023360" cy="347472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6002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Онлайн-лекции, видеозвонки, подкасты — большой объём информации передаётся в аудио.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транскрибация занимает много времени. Облачные сервисы создают риски утечки данных.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проекта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1247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Захват аудио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перехват системного аудио через WASAPI loopback без микрофона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19656"/>
            <a:ext cx="8412480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6537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18928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Нейросеть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2128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Интегрировать Whisper large-v3 для распознавания русской речи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87752"/>
            <a:ext cx="841248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334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26609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GPU-ускорение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98094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Подключить NVIDIA CUDA через PyTorch для быстрой обработки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55848"/>
            <a:ext cx="8412480" cy="658368"/>
          </a:xfrm>
          <a:prstGeom prst="rect">
            <a:avLst/>
          </a:prstGeom>
          <a:solidFill>
            <a:srgbClr val="111827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015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429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490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графический интерфейс на PyQt5 с управлением записью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23944"/>
            <a:ext cx="8412480" cy="658368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696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41970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51713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запись в файл и копирование в буфер обмена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06240" cy="114300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11430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язык программирования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206240" cy="114300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97280"/>
            <a:ext cx="64008" cy="11430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Whisper large-v3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600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распознавания речи (3 ГБ, топ качество)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4206240" cy="114300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23160"/>
            <a:ext cx="64008" cy="11430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14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PyQt5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2926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Графический интерфейс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423160"/>
            <a:ext cx="4206240" cy="114300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423160"/>
            <a:ext cx="64008" cy="11430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514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soundcard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926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WASAPI loopback — захват системного аудио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4206240" cy="114300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49040"/>
            <a:ext cx="64008" cy="11430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+ CUDA 12.1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251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GPU-ускорение на видеокарте NVIDIA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749040"/>
            <a:ext cx="4206240" cy="114300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749040"/>
            <a:ext cx="64008" cy="11430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4251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аудио массивов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требования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системного аудио по нажатию кнопки «Начать запись»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00600" y="10972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Остановка записи и переход в режим ожидания транскрибации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Транскрибация накопленного аудио с GPU-ускорением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00600" y="20574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Прогресс-бар и таймер с отображением оставшегося времени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Отображение распознанного текста в интерфейсе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30175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 текста в файл output.txt (дозапись)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9776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Копирование текста в буфер обмена одной кнопкой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39776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 текстовой области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ДЕМОНСТРАЦИЯ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приложения — пошагово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этапов использования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приложения — загрузка модели</a:t>
            </a:r>
            <a:endParaRPr lang="en-US" sz="2200" dirty="0"/>
          </a:p>
        </p:txBody>
      </p:sp>
      <p:pic>
        <p:nvPicPr>
          <p:cNvPr id="6" name="Image 0" descr="/home/claude/s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22960"/>
            <a:ext cx="594360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822960"/>
            <a:ext cx="2468880" cy="4069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822960"/>
            <a:ext cx="246888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запуске приложение начинает загрузку нейросети Whisper large-v3.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отображает «Загрузка модели...».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Кнопки неактивны — взаимодействие недоступно до завершения загрузки.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загружена — готово к записи</a:t>
            </a:r>
            <a:endParaRPr lang="en-US" sz="2200" dirty="0"/>
          </a:p>
        </p:txBody>
      </p:sp>
      <p:pic>
        <p:nvPicPr>
          <p:cNvPr id="6" name="Image 0" descr="/home/claude/s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22960"/>
            <a:ext cx="594360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822960"/>
            <a:ext cx="2468880" cy="4069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822960"/>
            <a:ext cx="246888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 статуса стал зелёным и показывает «Готово к записи».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«Начать запись» становится активной.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готово к работе.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идёт — захват системного аудио</a:t>
            </a:r>
            <a:endParaRPr lang="en-US" sz="2200" dirty="0"/>
          </a:p>
        </p:txBody>
      </p:sp>
      <p:pic>
        <p:nvPicPr>
          <p:cNvPr id="6" name="Image 0" descr="/home/claude/s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22960"/>
            <a:ext cx="594360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822960"/>
            <a:ext cx="2468880" cy="4069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822960"/>
            <a:ext cx="246888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нажатия «Начать запись» начинается захват системного аудио через WASAPI loopback.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правом верхнем углу мигает красный индикатор «● REC».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стала красной с надписью «Остановить запись».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остановлена — готово к транскрибации</a:t>
            </a:r>
            <a:endParaRPr lang="en-US" sz="2200" dirty="0"/>
          </a:p>
        </p:txBody>
      </p:sp>
      <p:pic>
        <p:nvPicPr>
          <p:cNvPr id="6" name="Image 0" descr="/home/claude/s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22960"/>
            <a:ext cx="594360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822960"/>
            <a:ext cx="2468880" cy="4069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822960"/>
            <a:ext cx="246888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нажатия «Остановить запись» захват прекращается.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показывает длительность записи: «Записано 69 сек».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«Транскрибировать» стала активной (белой).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Транскрибация — обработка аудио нейросетью</a:t>
            </a:r>
            <a:endParaRPr lang="en-US" sz="2200" dirty="0"/>
          </a:p>
        </p:txBody>
      </p:sp>
      <p:pic>
        <p:nvPicPr>
          <p:cNvPr id="6" name="Image 0" descr="/home/claude/s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22960"/>
            <a:ext cx="594360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822960"/>
            <a:ext cx="2468880" cy="4069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822960"/>
            <a:ext cx="246888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нажатия «Транскрибировать» Whisper начинает обработку аудио на GPU.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Появляется прогресс-бар и таймер с прошедшим временем и оценкой оставшегося.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заблокирован до завершения.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— текст распознан и сохранён</a:t>
            </a:r>
            <a:endParaRPr lang="en-US" sz="2200" dirty="0"/>
          </a:p>
        </p:txBody>
      </p:sp>
      <p:pic>
        <p:nvPicPr>
          <p:cNvPr id="6" name="Image 0" descr="/home/claude/s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22960"/>
            <a:ext cx="594360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822960"/>
            <a:ext cx="2468880" cy="4069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822960"/>
            <a:ext cx="246888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Транскрибация завершена. Распознанный текст отображается в текстовой области.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Статус: зелёный «Готово! Текст сохранён в output.txt».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автоматически записан в файл для дальнейшего использования.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Копирование и очистка текстовой области</a:t>
            </a:r>
            <a:endParaRPr lang="en-US" sz="2200" dirty="0"/>
          </a:p>
        </p:txBody>
      </p:sp>
      <p:pic>
        <p:nvPicPr>
          <p:cNvPr id="6" name="Image 0" descr="/home/claude/s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22960"/>
            <a:ext cx="5943600" cy="4069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822960"/>
            <a:ext cx="2468880" cy="4069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822960"/>
            <a:ext cx="246888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914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0" y="1280160"/>
            <a:ext cx="22860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«Скопировать» копирует весь текст в буфер обмена одним нажатием.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«Очистить» очищает текстовую область в интерфейсе.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output.txt при этом не затрагивается — данные в нём сохраняются.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804672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2618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Реализовано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Полнофункциональное приложение с GUI, записью, транскрибацией и сохранением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8412480" cy="804672"/>
          </a:xfrm>
          <a:prstGeom prst="rect">
            <a:avLst/>
          </a:prstGeom>
          <a:solidFill>
            <a:srgbClr val="111827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40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2221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 large-v3 — одна из лучших открытых моделей для русского языка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8412480" cy="804672"/>
          </a:xfrm>
          <a:prstGeom prst="rect">
            <a:avLst/>
          </a:prstGeom>
          <a:solidFill>
            <a:srgbClr val="16213E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00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3182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GPU-ускорение через CUDA обеспечивает комфортную скорость обработки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069080"/>
            <a:ext cx="8412480" cy="804672"/>
          </a:xfrm>
          <a:prstGeom prst="rect">
            <a:avLst/>
          </a:prstGeom>
          <a:solidFill>
            <a:srgbClr val="111827"/>
          </a:solidFill>
          <a:ln w="6350">
            <a:solidFill>
              <a:srgbClr val="2A3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60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4142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Приватность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офлайн-режим, данные не покидают устройство пользователя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выполнен в соответствии со всеми требованиями инструкции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Whisper Transcriber</dc:title>
  <dc:subject>PptxGenJS Presentation</dc:subject>
  <dc:creator>PptxGenJS</dc:creator>
  <cp:lastModifiedBy>PptxGenJS</cp:lastModifiedBy>
  <cp:revision>1</cp:revision>
  <dcterms:created xsi:type="dcterms:W3CDTF">2026-05-05T20:11:04Z</dcterms:created>
  <dcterms:modified xsi:type="dcterms:W3CDTF">2026-05-05T20:11:04Z</dcterms:modified>
</cp:coreProperties>
</file>